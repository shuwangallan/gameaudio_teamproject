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84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ACF76-E57B-3C3F-6B4C-92E7EF2565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4258B1-2532-1253-E77C-40E64E7CC6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081BE-2F2D-B4BC-2198-402278882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3A483-5451-49A2-A5A1-2A34623B05FF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184CC1-12EE-54BA-7B39-6E7B44135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AF166-0141-5815-692B-D2E52FC6D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83E50-8BEB-48B9-A9EA-218883150A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7488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C324A-9A0C-9720-3D2C-B074541E2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1457C-1A40-7BA4-00C6-42D0C9795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16061-5BE7-EB4D-3AE8-0867852A0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3A483-5451-49A2-A5A1-2A34623B05FF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1959D-DAB6-0307-D8F6-29A5DFC91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8454E-DC05-63C9-1136-902046E15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83E50-8BEB-48B9-A9EA-218883150A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0307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CC99C-BD20-37C4-1F6D-8BEE248B4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F1F55-3410-3E3B-E35C-C30257DFA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C0BAD-3003-F187-18CB-3C49041FE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3A483-5451-49A2-A5A1-2A34623B05FF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79DF9-9473-71D9-A37C-B6341E52A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62CC4-5D49-631D-817B-78755D17D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83E50-8BEB-48B9-A9EA-218883150A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9748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6A58D-4CCF-C478-7CBE-4C7321E1A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D7900-28FF-DB1A-8C60-F73825C608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D0CA85-EB61-2B1B-C934-F9D96CB7DE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419A81-A88C-8C85-3C90-973E5C29C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3A483-5451-49A2-A5A1-2A34623B05FF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4FD758-7F5C-321D-3DA1-C2D94F81F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3B1B64-E54F-4827-5298-5743FDE5E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83E50-8BEB-48B9-A9EA-218883150A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4418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74C9A-8049-01E4-454E-C84EE3EC0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440F8E-CBFA-E073-811A-8B83DD81F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6BA53C-7A23-1969-DCDB-A02F50AEF0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5C2918-28AD-698A-8E69-1599B38137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A1B00B-034D-56A8-596E-62FDD5B774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F0D7B8-0C40-D3E6-8E4F-04D34AA98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3A483-5451-49A2-A5A1-2A34623B05FF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4F11E-304C-189C-EBAE-4AD2E74E3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042ECA-0A5E-085F-4068-7AD921F1A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83E50-8BEB-48B9-A9EA-218883150A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8649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243AA-6696-24F7-5426-2B15698E7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1F3246-C1DA-6222-C86C-DF192E719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3A483-5451-49A2-A5A1-2A34623B05FF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B641DE-5209-2EA6-48A1-E14AED4BF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46839B-E828-B116-6D6E-3FBEC1D15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83E50-8BEB-48B9-A9EA-218883150A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323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FD70EB-C4F2-09BE-42E4-E706D3247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3A483-5451-49A2-A5A1-2A34623B05FF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70D6B5-9039-A0A7-E31F-807DF9764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59934-C842-E5FD-D5DE-8FB483C35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83E50-8BEB-48B9-A9EA-218883150A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7422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1C24F-FA6C-6F7D-3C9B-6283BA074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CAF6B-429D-7C25-663D-413E8A176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60653F-B17B-89F0-42C0-36E3CAD55B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8FC571-ED8A-BE19-4BC6-91C08BEC6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3A483-5451-49A2-A5A1-2A34623B05FF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F7F2BE-9980-3B72-5CCA-8CB867168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393E32-F9C4-1B6A-DFBB-436853CCA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83E50-8BEB-48B9-A9EA-218883150A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1935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992A1-2BB4-924D-34ED-1DEB9259B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2A47AF-9E01-2CBD-BD0C-709B8CB4B7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BF4E2B-9369-4B7D-0A6E-6B384E9B7E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B338C-9C75-C035-E2BA-562FCB455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3A483-5451-49A2-A5A1-2A34623B05FF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85556-7283-88E9-322D-3B45EF8EB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DEC5B3-1141-B3E4-69E3-50A4055FE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83E50-8BEB-48B9-A9EA-218883150A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3878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7050D-AB36-FE35-E953-C35102E14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AD84D6-2502-D74D-1613-94D22F6DC8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3ECAF-1A22-1D2D-D929-6D02234BC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3A483-5451-49A2-A5A1-2A34623B05FF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19344-215D-805B-27D1-3F453FD12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3B689-390A-C278-E3C1-78F7881F5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83E50-8BEB-48B9-A9EA-218883150A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7806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079157-DAC8-C6E0-80D2-ECC49C7C2F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145EA0-AC02-CFBA-1AFE-D807133701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A3F10-8DF9-CF47-41FE-3657C452C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3A483-5451-49A2-A5A1-2A34623B05FF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D3B49-52BD-A92F-51A1-92AFF0367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8635B-3B86-662B-F89D-AE4E5400A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83E50-8BEB-48B9-A9EA-218883150A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8627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C89AB6-9039-DB82-7761-ACFC2C03D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3A458E-FC15-A1B8-6984-0860B66C5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ECA21-4A17-8755-8600-CE7920B93F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C3A483-5451-49A2-A5A1-2A34623B05FF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C9FBC-3A3F-F465-B0EE-EEDF93C18F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70A84-4F6F-57B7-5F42-0415691C8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683E50-8BEB-48B9-A9EA-218883150A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2583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D0B6F-61DE-DCED-D2C5-65E9AB0EEC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Game Audio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D9F0E2-7E26-AF3A-79A8-622C19EEFB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Group members:</a:t>
            </a:r>
          </a:p>
          <a:p>
            <a:r>
              <a:rPr lang="en-GB" dirty="0"/>
              <a:t>Shu Wang</a:t>
            </a:r>
          </a:p>
        </p:txBody>
      </p:sp>
    </p:spTree>
    <p:extLst>
      <p:ext uri="{BB962C8B-B14F-4D97-AF65-F5344CB8AC3E}">
        <p14:creationId xmlns:p14="http://schemas.microsoft.com/office/powerpoint/2010/main" val="1713329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Game Audio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 Wang</dc:creator>
  <cp:lastModifiedBy>Shu Wang</cp:lastModifiedBy>
  <cp:revision>1</cp:revision>
  <dcterms:created xsi:type="dcterms:W3CDTF">2026-05-04T15:32:12Z</dcterms:created>
  <dcterms:modified xsi:type="dcterms:W3CDTF">2026-05-04T15:32:50Z</dcterms:modified>
</cp:coreProperties>
</file>